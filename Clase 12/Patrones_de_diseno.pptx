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yefruizg04@gmail.com" userId="ca9b7addc9fe5d07" providerId="LiveId" clId="{FFEFFAFB-E068-45B8-863C-9A8B43FEC7A9}"/>
    <pc:docChg chg="delSld">
      <pc:chgData name="antoyefruizg04@gmail.com" userId="ca9b7addc9fe5d07" providerId="LiveId" clId="{FFEFFAFB-E068-45B8-863C-9A8B43FEC7A9}" dt="2026-05-28T21:40:39.341" v="0" actId="47"/>
      <pc:docMkLst>
        <pc:docMk/>
      </pc:docMkLst>
      <pc:sldChg chg="del">
        <pc:chgData name="antoyefruizg04@gmail.com" userId="ca9b7addc9fe5d07" providerId="LiveId" clId="{FFEFFAFB-E068-45B8-863C-9A8B43FEC7A9}" dt="2026-05-28T21:40:39.341" v="0" actId="47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062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1887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194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11° AÑO · DISEÑO DE SOFTWARE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04672" y="254203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Patrones de diseño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22960" y="3611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C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Clases, estructura, descripción, lenguajes y repositorios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4389120"/>
            <a:ext cx="4114800" cy="0"/>
          </a:xfrm>
          <a:prstGeom prst="line">
            <a:avLst/>
          </a:prstGeom>
          <a:noFill/>
          <a:ln w="12700">
            <a:solidFill>
              <a:srgbClr val="5A6A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572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CTP San Pedro de Barva · MEP · Lic. Jefernee Patricio Ruiz García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¿De qué trata la clase de hoy?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conocen los patrones de diseño y qué hace cada uno (Singleton, Adapter, Observer, etc.). Hoy NO veremos patrones nuevos. Estudiaremos cinco aspectos importantes que nos permiten organizarlos, documentarlos y usarlos mejor: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154680"/>
            <a:ext cx="411480" cy="411480"/>
          </a:xfrm>
          <a:prstGeom prst="ellipse">
            <a:avLst/>
          </a:prstGeom>
          <a:solidFill>
            <a:srgbClr val="3A4A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 patrones.  </a:t>
            </a:r>
            <a:r>
              <a:rPr lang="en-US" sz="1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agrupan según el tipo de problema que resuelven.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721608"/>
            <a:ext cx="411480" cy="411480"/>
          </a:xfrm>
          <a:prstGeom prst="ellipse">
            <a:avLst/>
          </a:prstGeom>
          <a:solidFill>
            <a:srgbClr val="3A4A5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37216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Estructura.  </a:t>
            </a:r>
            <a:r>
              <a:rPr lang="en-US" sz="1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piezas internas que forman cada patrón.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288536"/>
            <a:ext cx="411480" cy="411480"/>
          </a:xfrm>
          <a:prstGeom prst="ellipse">
            <a:avLst/>
          </a:prstGeom>
          <a:solidFill>
            <a:srgbClr val="3A4A5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88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428853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Descripción.  </a:t>
            </a:r>
            <a:r>
              <a:rPr lang="en-US" sz="1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formato estándar para documentar un patrón.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855464"/>
            <a:ext cx="411480" cy="411480"/>
          </a:xfrm>
          <a:prstGeom prst="ellipse">
            <a:avLst/>
          </a:prstGeom>
          <a:solidFill>
            <a:srgbClr val="3A4A5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855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485546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patrones.  </a:t>
            </a:r>
            <a:r>
              <a:rPr lang="en-US" sz="1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que se conectan para resolver problemas grandes.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5422392"/>
            <a:ext cx="411480" cy="411480"/>
          </a:xfrm>
          <a:prstGeom prst="ellipse">
            <a:avLst/>
          </a:prstGeom>
          <a:solidFill>
            <a:srgbClr val="3A4A5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422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54223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Repositorios.  </a:t>
            </a:r>
            <a:r>
              <a:rPr lang="en-US" sz="1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 donde se reúnen y consultan los patrones.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Clases de patrones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de patrones es un grupo o categoría. Los patrones se agrupan en clases según el tipo de problema que resuelven. Así se ubican y se estudian con orden.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CLASES PRINCIPALES (que ya conocen):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7680960" cy="64008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246120"/>
            <a:ext cx="91440" cy="640080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46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Creacionales:  </a:t>
            </a:r>
            <a:r>
              <a:rPr lang="en-US" sz="15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enfocan en cómo se crean los objetos.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7680960" cy="64008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4023360"/>
            <a:ext cx="91440" cy="640080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Estructurales:  </a:t>
            </a:r>
            <a:r>
              <a:rPr lang="en-US" sz="15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enfocan en cómo se organizan y conectan.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7680960" cy="64008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800600"/>
            <a:ext cx="91440" cy="640080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800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Conductuales:  </a:t>
            </a:r>
            <a:r>
              <a:rPr lang="en-US" sz="15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enfocan en cómo se comunican entre sí.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577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los patrones permite encontrarlos rápido y entender qué tipo de problema atacan.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95360" y="1828800"/>
            <a:ext cx="2926080" cy="219456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1828800"/>
            <a:ext cx="2926080" cy="73152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78240" y="22860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las secciones de una biblioteca: novelas, ciencia, historia... cada libro tiene su lugar según el tipo de contenido.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de un patrón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es la organización interna de un patrón: las piezas que lo forman y cómo se conectan entre sí. Se representa con un diagrama de cajas y flechas.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ESTRUCTURA INCLUYE: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768096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063240"/>
            <a:ext cx="91440" cy="594360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63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Participantes:  </a:t>
            </a:r>
            <a:r>
              <a:rPr lang="en-US" sz="15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 u objetos que intervienen.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776472"/>
            <a:ext cx="768096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776472"/>
            <a:ext cx="91440" cy="594360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7647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Responsabilidades:  </a:t>
            </a:r>
            <a:r>
              <a:rPr lang="en-US" sz="15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cada participante.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489704"/>
            <a:ext cx="768096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489704"/>
            <a:ext cx="91440" cy="594360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489704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Relaciones:  </a:t>
            </a:r>
            <a:r>
              <a:rPr lang="en-US" sz="15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conectan entre ellos.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349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ver el diagrama de un patrón, identificá primero las cajas (las piezas) y luego las flechas (las relaciones).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95360" y="1828800"/>
            <a:ext cx="2926080" cy="219456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1828800"/>
            <a:ext cx="2926080" cy="73152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78240" y="22860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 plano de un edificio: muestra las habitaciones y cómo se conectan, antes de construir.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Descripción de un patrón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descripción es el formato estándar para documentar un patrón. Todos los patrones se explican con los mismos apartados, para que cualquier programador los entienda igual.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APARTADOS BÁSICOS DE LA DESCRIPCIÓN: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2011680" cy="411480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51760" y="3200400"/>
            <a:ext cx="5669280" cy="41148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3200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llama el patrón.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2011680" cy="411480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51760" y="3703320"/>
            <a:ext cx="5669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3703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situación se usa.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2011680" cy="411480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206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51760" y="4206240"/>
            <a:ext cx="5669280" cy="41148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4206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resuelve.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2011680" cy="411480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709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651760" y="4709160"/>
            <a:ext cx="5669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4709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y desventajas.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212080"/>
            <a:ext cx="2011680" cy="411480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212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651760" y="5212080"/>
            <a:ext cx="5669280" cy="41148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5212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 concreto de uso.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95360" y="1828800"/>
            <a:ext cx="2926080" cy="219456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0" y="1828800"/>
            <a:ext cx="2926080" cy="73152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778240" y="22860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una ficha técnica de un producto: misma estructura para todos, para poder compararlos.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Lenguajes de patrones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lenguaje de patrones es un conjunto de patrones relacionados que se conectan entre sí. Cada patrón resuelve una parte del problema y guía hacia el siguiente, hasta diseñar una solución completa.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2834640" cy="137160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7432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1</a:t>
            </a:r>
            <a:endParaRPr lang="en-US" sz="14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</a:t>
            </a:r>
            <a:endParaRPr lang="en-US" sz="14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parte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246120"/>
            <a:ext cx="41148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26280" y="2743200"/>
            <a:ext cx="2834640" cy="137160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27432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2</a:t>
            </a:r>
            <a:endParaRPr lang="en-US" sz="14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detalla</a:t>
            </a:r>
            <a:endParaRPr lang="en-US" sz="14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siguiente parte</a:t>
            </a:r>
            <a:endParaRPr lang="en-US" sz="14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246120"/>
            <a:ext cx="411480" cy="4114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138160" y="2743200"/>
            <a:ext cx="2834640" cy="137160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75320" y="27432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3</a:t>
            </a:r>
            <a:endParaRPr lang="en-US" sz="14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</a:t>
            </a:r>
            <a:endParaRPr lang="en-US" sz="14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40080" y="4434840"/>
            <a:ext cx="76809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A4A5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443484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patrones rara vez se usan solos. En un lenguaje, varios patrones trabajan en equipo. La idea nació con el arquitecto Christopher Alexander.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595360" y="4434840"/>
            <a:ext cx="2926080" cy="123444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595360" y="4434840"/>
            <a:ext cx="2926080" cy="73152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17" name="Text 13"/>
          <p:cNvSpPr/>
          <p:nvPr/>
        </p:nvSpPr>
        <p:spPr>
          <a:xfrm>
            <a:off x="8778240" y="4599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778240" y="4892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una receta de menú: la entrada lleva al plato fuerte y al postre, en orden.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Repositorios de patrones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repositorio es un catálogo donde se reúnen los patrones, descritos y clasificados, para poder consultarlos. Existen libros de referencia y catálogos en línea.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7680960" cy="82296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97480"/>
            <a:ext cx="91440" cy="822960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97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GoF (Gang of Four)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2743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 clásico. Reúne 23 patrones organizados en las tres clases.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7680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657600"/>
            <a:ext cx="91440" cy="822960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3703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orientados a la arquitectura de sistemas más grandes.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7680960" cy="82296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617720"/>
            <a:ext cx="91440" cy="822960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617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Catálogos en línea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46634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web con patrones, diagramas y ejemplos de código.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595360" y="1828800"/>
            <a:ext cx="2926080" cy="2194560"/>
          </a:xfrm>
          <a:prstGeom prst="rect">
            <a:avLst/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0" y="1828800"/>
            <a:ext cx="2926080" cy="73152"/>
          </a:xfrm>
          <a:prstGeom prst="rect">
            <a:avLst/>
          </a:prstGeom>
          <a:solidFill>
            <a:srgbClr val="3A4A5A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78240" y="22860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un libro o sitio web donde están reunidas todas las soluciones, ordenadas y listas para consultar.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RECORDAR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cinco temas, en una línea cada uno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3A4A5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54480" y="17830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0" y="17830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Agrupan los patrones según el tipo de problema.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554480" y="2496312"/>
            <a:ext cx="9966960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651760"/>
            <a:ext cx="502920" cy="502920"/>
          </a:xfrm>
          <a:prstGeom prst="ellipse">
            <a:avLst/>
          </a:prstGeom>
          <a:solidFill>
            <a:srgbClr val="3A4A5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2560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89120" y="25603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piezas internas de cada patrón y sus relaciones.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554480" y="3273552"/>
            <a:ext cx="9966960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429000"/>
            <a:ext cx="502920" cy="502920"/>
          </a:xfrm>
          <a:prstGeom prst="ellipse">
            <a:avLst/>
          </a:prstGeom>
          <a:solidFill>
            <a:srgbClr val="3A4A5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3337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Descripción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89120" y="333756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formato estándar que documenta cada patrón.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554480" y="4050792"/>
            <a:ext cx="9966960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3A4A5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54480" y="4114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Lenguajes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389120" y="41148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de patrones que se conectan entre sí.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554480" y="4828032"/>
            <a:ext cx="9966960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983480"/>
            <a:ext cx="502920" cy="502920"/>
          </a:xfrm>
          <a:prstGeom prst="ellipse">
            <a:avLst/>
          </a:prstGeom>
          <a:solidFill>
            <a:srgbClr val="3A4A5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554480" y="4892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Repositorios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389120" y="48920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 donde se reúnen y consultan los patrones.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754</Words>
  <Application>Microsoft Office PowerPoint</Application>
  <PresentationFormat>Panorámica</PresentationFormat>
  <Paragraphs>111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Patrones de diseño: clases, estructura, descripción, lenguajes y repositorios</dc:title>
  <dc:subject>PptxGenJS Presentation</dc:subject>
  <dc:creator>Lic. Jefernee Patricio Ruiz García</dc:creator>
  <cp:lastModifiedBy>antoyefruizg04@gmail.com</cp:lastModifiedBy>
  <cp:revision>1</cp:revision>
  <dcterms:created xsi:type="dcterms:W3CDTF">2026-05-28T21:16:38Z</dcterms:created>
  <dcterms:modified xsi:type="dcterms:W3CDTF">2026-05-28T21:40:41Z</dcterms:modified>
</cp:coreProperties>
</file>