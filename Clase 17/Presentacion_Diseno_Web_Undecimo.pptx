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respuestas de las prácticas 1 y 2 salen de estas doce láminas. Dejarla proyectada mientras trabajan.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Internet es la red (1969-1983); la web es lo que se construyó encima (1989-1991). Es el error más común.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CSS responde la pregunta 3 de la práctica 1. El iPhone responde la pregunta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la parte A de la práctica 1: doce hitos en orden, 1969 a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 el ítem 1 de la práctica 1 y el ítem 1 de la práctica 2 (la feria de Zarcero).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aquí sale la parte C de la práctica 2: modo oscuro y tipografía grande son tendencias (T).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C de la práctica 1. Recordar además que cada hito debe llevar su año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A completa de la práctica 2, con las seis frases.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 los ítems 4 y 5 de la práctica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correcciones del ítem 6 de la práctica 2. Quitar la sección no es una corrección de diseño: es rendirse.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Ítem 3 de la práctica 2 en el mismo orden A, B, C, D. El ítem 2 se responde con C: consultas de medios (media queries).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aquí y pasar a las prácticas: la 1 es la línea de tiempo en Canva, la 2 es el análisis de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WEB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8132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ARPANET a la pantalla de su celular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de la web  ·  Una sola web  ·  Tendencias vigentes  ·  Experiencia e interfaz de usuario  ·  Diseño adaptativo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3474720"/>
            <a:ext cx="2011680" cy="0"/>
          </a:xfrm>
          <a:prstGeom prst="line">
            <a:avLst/>
          </a:prstGeom>
          <a:noFill/>
          <a:ln w="31750">
            <a:solidFill>
              <a:srgbClr val="E85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Especialidad: Desarrollo Web  ·  Undécimo año  ·  Material de apoyo de las prácticas 1 y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ANTECEDENTES DE LA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etapa: conectar y publicar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 – 1993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18488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18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911096" y="1472184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ARPANET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11096" y="1719072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conectan las primeras computadoras y nace la idea de una red que une máquinas a distancia.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459736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45973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911096" y="2313432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11096" y="2560320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Internet se pasa a este protocolo y las redes por fin hablan el mismo idioma.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30098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3009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1989-91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911096" y="3154680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Berners-Lee crea la World Wide Web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911096" y="3401568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 el HTML, el HTTP y las direcciones URL, y publica el primer sitio web de la historia.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41064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4142232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4142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911096" y="3995928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911096" y="4242816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navegador popular que muestra las imágenes junto al texto: la web deja de ser solo letras.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ANTECEDENTES DE LA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Segunda etapa: ordenar y participar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 – 2007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18488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18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911096" y="1472184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funda el W3C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11096" y="1719072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organismo que ordena las reglas y los estándares de la web, para que un sitio se vea igual en cualquier navegador.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459736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45973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911096" y="2313432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CSS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11096" y="2560320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primera vez el contenido (HTML) se separa de la presentación: colores, tipografías y acomodo se manejan aparte.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30098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3009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911096" y="3154680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2.0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911096" y="3401568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deja de solo leer y empieza a publicar sus propios contenidos: redes, blogs, comentarios.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41064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4142232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4142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911096" y="3995928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el primer iPhone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911096" y="4242816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 se mete en el bolsillo de la gente: este es el hito que volvió indispensable el diseño adaptativo.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ANTECEDENTES DE LA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Tercera etapa: una web para cualquier pantalla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– hoy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18488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18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911096" y="1472184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W3C plantea “una sola web”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11096" y="1719072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contenido, en una sola dirección, para cualquier dispositivo.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459736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45973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911096" y="2313432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Design (Ethan Marcotte)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11096" y="2560320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pone nombre y receta al diseño adaptativo: rejilla fluida, imágenes flexibles y consultas de medios.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30098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3009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911096" y="3154680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da por terminado Flash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911096" y="3401568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sitios quedan hechos con HTML, CSS y JavaScript, que funcionan en cualquier dispositivo sin instalar nada.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41064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4142232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4142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911096" y="3995928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accesibilidad, modo oscuro y tipografía grande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911096" y="4242816"/>
            <a:ext cx="6638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diseña primero para el celular y se exige que el sitio sirva también a quien usa lector de pantalla.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UNA SOLA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se hacían dos sitios. Hoy se hace uno.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es el mismo; lo que cambia es el acomodo.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179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dos sitios distintos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836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sitio.cr para computadora y m.sitio.cr para celular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1992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escribir y actualizar todo dos veces.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dos siempre queda desactualizado.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direcciones para lo mismo: se comparte el enlace equivocado.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buscador no sabe cuál de los dos mostrar.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53312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5179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un solo sitio adaptativo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836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3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dirección para cualquier dispositivo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221992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una vez y se ve bien en todo.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contenido: nunca hay dos versiones de un precio.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dirección que se comparte sin miedo.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cambia es el acomodo, no la información.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se abandonaron los sitios tipo m.sitio.cr: mantener dos veces el mismo contenido siempre deja uno viejo.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TENDENCIAS DE DISEÑO VIGENTES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tendencias y para qué sirve cada una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aplican cuando el proyecto las necesita, no porque estén de moda.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44752"/>
            <a:ext cx="566928" cy="365760"/>
          </a:xfrm>
          <a:prstGeom prst="roundRect">
            <a:avLst>
              <a:gd name="adj" fmla="val 25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447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1353312"/>
            <a:ext cx="7123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Minimalismo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26464" y="1600200"/>
            <a:ext cx="7123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contenido por pantalla y mucho espacio en blanco: la persona encuentra rápido lo que busca.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167128"/>
            <a:ext cx="566928" cy="365760"/>
          </a:xfrm>
          <a:prstGeom prst="roundRect">
            <a:avLst>
              <a:gd name="adj" fmla="val 25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1671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426464" y="2075688"/>
            <a:ext cx="7123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2322576"/>
            <a:ext cx="7123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oscuro y texto claro. Cansa menos la vista de noche y ahorra batería en el celular.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889504"/>
            <a:ext cx="566928" cy="365760"/>
          </a:xfrm>
          <a:prstGeom prst="roundRect">
            <a:avLst>
              <a:gd name="adj" fmla="val 25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28895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2798064"/>
            <a:ext cx="7123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 grande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3044952"/>
            <a:ext cx="7123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Titulares enormes que se leen de un vistazo, sobre todo en el celular.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6557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611880"/>
            <a:ext cx="566928" cy="365760"/>
          </a:xfrm>
          <a:prstGeom prst="roundRect">
            <a:avLst>
              <a:gd name="adj" fmla="val 25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6118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426464" y="3520440"/>
            <a:ext cx="7123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Micro-interacciones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26464" y="3767328"/>
            <a:ext cx="7123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cambia de color al tocarlo, el corazón se llena al dar me gusta: el sitio responde.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8795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4334256"/>
            <a:ext cx="566928" cy="365760"/>
          </a:xfrm>
          <a:prstGeom prst="roundRect">
            <a:avLst>
              <a:gd name="adj" fmla="val 25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43342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426464" y="4242816"/>
            <a:ext cx="7123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426464" y="4489704"/>
            <a:ext cx="7123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suficiente, texto alternativo en las imágenes y todo usable con teclado o lector de pantalla.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ELEMENTOS GRÁFICOS Y TIPOGRÁFICOS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reglas que valen igual en un sitio y en Canva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checklist con el que se revisa la línea de tiempo de la práctica 1.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44752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447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636776" y="1353312"/>
            <a:ext cx="6912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tres colores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36776" y="1600200"/>
            <a:ext cx="6912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fondo, uno de texto y uno de acento para lo que debe resaltar. Más de tres es ruido.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167128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1671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636776" y="2075688"/>
            <a:ext cx="6912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dos familias tipográficas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36776" y="2322576"/>
            <a:ext cx="6912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para los títulos y otra para el texto. Dos que contrasten se ven mejor que cinco que compiten.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889504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28895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636776" y="2798064"/>
            <a:ext cx="6912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visual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36776" y="3044952"/>
            <a:ext cx="6912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importante se lee más grande o más fuerte: el ojo debe saber por dónde empezar.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6557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611880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6118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636776" y="3520440"/>
            <a:ext cx="6912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en blanco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636776" y="3767328"/>
            <a:ext cx="6912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llenar el lienzo de orilla a orilla. El espacio vacío es lo que hace legible lo lleno.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8795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4334256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43342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636776" y="4242816"/>
            <a:ext cx="6912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estilo gráfico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636776" y="4489704"/>
            <a:ext cx="6912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íconos del mismo grosor, estilo y tamaño. Mezclarlos se nota de inmediato.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EXPERIENCIA E INTERFAZ DE USUARIO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y UI: la prueba para distinguirlas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frase habla de lo que la persona vivió, o de cómo se ve el elemento?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179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· Experiencia de usuario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836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persona vive al usar el sitio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1992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Encontró el café que buscaba en dos toques.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pagar no sabe si el pedido quedó hecho.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llenar catorce campos para una cita de diez minutos.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clave: ¿logró hacer lo que vino a hacer?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53312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5179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Interfaz de usuario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836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3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persona ve y toca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221992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de comprar es verde, redondeado y con letra blanca.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íconos del pie de página tienen el mismo grosor y estilo.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tipografía del menú se lee bien en un celular pequeño.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clave: ¿de qué color, de qué tamaño, con qué forma?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frase describe una forma, un color o una tipografía es UI. Si describe algo que le pasó a la persona es UX.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PÁGINA PRINCIPAL Y SECCIÓN DE PROYECTOS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página principal responde cuatro cosas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las responde antes de que la persona tenga que bajar la pantalla.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17904"/>
            <a:ext cx="365760" cy="3657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49961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este sitio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99339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encabezado con el nombre, el logo o el escudo. En dos segundos se sabe dónde entró.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35024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517904"/>
            <a:ext cx="365760" cy="3657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49961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882896" y="199339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frase corta que dice a quién le sirve: “especialidades técnicas para estudiantes de sétimo a duodécimo”.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127248"/>
            <a:ext cx="365760" cy="36576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10896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puedo hacer aquí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" y="360273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principal, en un botón grande y arriba: “Matrícula abierta”, “Ver el catálogo”, “Pedir una cita”.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44368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3127248"/>
            <a:ext cx="365760" cy="3657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64608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310896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lo respalda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882896" y="360273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pie de página con el sello de la institución, la dirección, el teléfono y las redes.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si la acción más importante quedó cuatro pantallas abajo, la página principal está mal armada.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PÁGINA PRINCIPAL Y SECCIÓN DE PROYECTOS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sección de proyectos: elementos multimediales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trabajo sin quemarle los datos ni excluir a nadie.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8229600" cy="932688"/>
          </a:xfrm>
          <a:prstGeom prst="roundRect">
            <a:avLst>
              <a:gd name="adj" fmla="val 7843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64792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764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911096" y="1536192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optimizadas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11096" y="1783080"/>
            <a:ext cx="6638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 la foto y subirla del tamaño en que realmente se va a mostrar. Una foto de 8 MB en una tarjeta de 400 píxeles hace que la página tarde y que el visitante gaste datos de más.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8229600" cy="932688"/>
          </a:xfrm>
          <a:prstGeom prst="roundRect">
            <a:avLst>
              <a:gd name="adj" fmla="val 7843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825496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82549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911096" y="2596896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alternativo en cada imagen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11096" y="2843784"/>
            <a:ext cx="6638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descripción corta que el lector de pantalla lee en voz alta. Sin ella, quien no ve la imagen no recibe nada.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8229600" cy="932688"/>
          </a:xfrm>
          <a:prstGeom prst="roundRect">
            <a:avLst>
              <a:gd name="adj" fmla="val 7843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88620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886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911096" y="3657600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 control de reproducción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911096" y="3904488"/>
            <a:ext cx="6638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no arranca solo: la persona decide cuándo darle clic. El autoplay gasta datos sin permiso y espanta al visitante.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DISEÑO ADAPTATIVO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piezas del diseño adaptativo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 una, el sitio no se adapta bien.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4023360" cy="1517904"/>
          </a:xfrm>
          <a:prstGeom prst="roundRect">
            <a:avLst>
              <a:gd name="adj" fmla="val 4819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17904"/>
            <a:ext cx="365760" cy="3657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49961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Rejilla fluida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993392"/>
            <a:ext cx="3611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se miden en porcentajes, no en píxeles fijos, así que se encogen y se estiran junto con la pantalla.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35024"/>
            <a:ext cx="4023360" cy="1517904"/>
          </a:xfrm>
          <a:prstGeom prst="roundRect">
            <a:avLst>
              <a:gd name="adj" fmla="val 4819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517904"/>
            <a:ext cx="365760" cy="3657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49961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flexibles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882896" y="1993392"/>
            <a:ext cx="3611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fotos se miden en porcentaje y nunca se salen del ancho de su contenedor, aunque la pantalla sea diminuta.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4023360" cy="1517904"/>
          </a:xfrm>
          <a:prstGeom prst="roundRect">
            <a:avLst>
              <a:gd name="adj" fmla="val 4819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182112"/>
            <a:ext cx="365760" cy="36576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16382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de medios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" y="3657600"/>
            <a:ext cx="3611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CSS que cambia el acomodo según el ancho: a menos de 600 píxeles, el menú se vuelve un ícono de tres líneas.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99232"/>
            <a:ext cx="4023360" cy="1517904"/>
          </a:xfrm>
          <a:prstGeom prst="roundRect">
            <a:avLst>
              <a:gd name="adj" fmla="val 4819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3182112"/>
            <a:ext cx="365760" cy="3657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64608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316382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viewport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882896" y="3657600"/>
            <a:ext cx="3611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en el HTML. Sin ella el celular finge ser una pantalla de escritorio y todo se ve diminuto.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DISEÑO ADAPTATIVO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pantallas, un solo sitio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diseña primero para la más pequeña: mobile-first.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179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83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600 px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1992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columna.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en ícono de tres líneas.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grandes para el dedo.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principal, de primero.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353312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179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Tableta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883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3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600 y 1024 px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221992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columnas.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visible o desplegable.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aprovecha el ancho extra.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horizontal y vertical.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353312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5179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883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1024 px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221992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o más columnas.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completo desplegado.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más contenido de una vez.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el paso del mouse.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el estilo ni la tendencia se escogen por moda: se escogen porque el proyecto los necesita.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Antecedentes, tendencias y diseño adaptativo</dc:title>
  <dc:subject>PptxGenJS Presentation</dc:subject>
  <dc:creator>Diseño y Desarrollo Web · Undécimo año</dc:creator>
  <cp:lastModifiedBy>Diseño y Desarrollo Web · Undécimo año</cp:lastModifiedBy>
  <cp:revision>1</cp:revision>
  <dcterms:created xsi:type="dcterms:W3CDTF">2026-09-10T21:47:37Z</dcterms:created>
  <dcterms:modified xsi:type="dcterms:W3CDTF">2026-09-10T21:47:37Z</dcterms:modified>
</cp:coreProperties>
</file>