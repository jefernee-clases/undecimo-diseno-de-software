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0B6B6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22815" y="4206240"/>
            <a:ext cx="4206240" cy="4206240"/>
          </a:xfrm>
          <a:prstGeom prst="ellipse">
            <a:avLst/>
          </a:prstGeom>
          <a:solidFill>
            <a:srgbClr val="0B6B62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18608" y="868680"/>
            <a:ext cx="1554480" cy="1554480"/>
          </a:xfrm>
          <a:prstGeom prst="ellipse">
            <a:avLst/>
          </a:prstGeom>
          <a:solidFill>
            <a:srgbClr val="0C272D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772" y="1272845"/>
            <a:ext cx="746150" cy="746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18608" y="868680"/>
            <a:ext cx="1554480" cy="1554480"/>
          </a:xfrm>
          <a:prstGeom prst="ellipse">
            <a:avLst/>
          </a:prstGeom>
          <a:ln w="28575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7432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DE MEDIOS ALTERNATIVOS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solución de problemas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enfrentar las situaciones cotidianas explorando distintos caminos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64328" y="4983480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FB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para la vida y el trabajo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ideas clave para resolver problemas con creatividad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10911535" cy="987552"/>
          </a:xfrm>
          <a:prstGeom prst="roundRect">
            <a:avLst>
              <a:gd name="adj" fmla="val 9259"/>
            </a:avLst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55648"/>
            <a:ext cx="109728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947672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2104583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865376"/>
            <a:ext cx="9082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
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problema y qué significa buscar medios alternativos para resolverlo.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00055" y="1755648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D6E5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640080" y="2916936"/>
            <a:ext cx="10911535" cy="987552"/>
          </a:xfrm>
          <a:prstGeom prst="roundRect">
            <a:avLst>
              <a:gd name="adj" fmla="val 9259"/>
            </a:avLst>
          </a:prstGeom>
          <a:solidFill>
            <a:srgbClr val="F1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916936"/>
            <a:ext cx="109728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31" y="3265871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026664"/>
            <a:ext cx="9082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Actitud hacia los problemas
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disposición con que enfrentamos las dificultades del día a día.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0500055" y="2916936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D6E5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Shape 12"/>
          <p:cNvSpPr/>
          <p:nvPr/>
        </p:nvSpPr>
        <p:spPr>
          <a:xfrm>
            <a:off x="640080" y="4078224"/>
            <a:ext cx="10911535" cy="987552"/>
          </a:xfrm>
          <a:prstGeom prst="roundRect">
            <a:avLst>
              <a:gd name="adj" fmla="val 9259"/>
            </a:avLst>
          </a:prstGeom>
          <a:solidFill>
            <a:srgbClr val="F1F6F6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080" y="4078224"/>
            <a:ext cx="109728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427024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31" y="4427159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187952"/>
            <a:ext cx="9082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Generación de soluciones alternativas
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varias opciones en lugar de quedarnos con la primera idea.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0500055" y="4078224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D6E5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2" name="Shape 17"/>
          <p:cNvSpPr/>
          <p:nvPr/>
        </p:nvSpPr>
        <p:spPr>
          <a:xfrm>
            <a:off x="640080" y="5239512"/>
            <a:ext cx="10911535" cy="987552"/>
          </a:xfrm>
          <a:prstGeom prst="roundRect">
            <a:avLst>
              <a:gd name="adj" fmla="val 9259"/>
            </a:avLst>
          </a:prstGeom>
          <a:solidFill>
            <a:srgbClr val="F1F6F6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" y="5239512"/>
            <a:ext cx="109728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5431536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31" y="5588447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5349240"/>
            <a:ext cx="9082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Procesos para la solución de problemas
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ordenados que llevan de la dificultad a la solución.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500055" y="5239512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D6E5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Concepto: ¿qué es un problema?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enfrentamos problemas cada día, en la casa, el colegio y el trabajo.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es una situación que presenta una dificultad u obstáculo entre lo que tenemos hoy y lo que queremos lograr.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algo «malo»: es parte normal de la vida y una oportunidad para aprender y mejorar.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elementos de todo problema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37033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actual.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donde nos encontramos.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45445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deseada.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queremos alcanzar.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538581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Obstáculo.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Aquello que dificulta llegar a la meta.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1691640"/>
            <a:ext cx="4709160" cy="4572000"/>
          </a:xfrm>
          <a:prstGeom prst="roundRect">
            <a:avLst>
              <a:gd name="adj" fmla="val 2400"/>
            </a:avLst>
          </a:prstGeom>
          <a:solidFill>
            <a:srgbClr val="123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755380" y="20116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124" y="2249424"/>
            <a:ext cx="438912" cy="4389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0" y="3063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cotidiano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3520440"/>
            <a:ext cx="3794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una tarea pendiente y poco tiempo.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entregarla completa y a tiempo.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sé por dónde empezar.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Concepto: medios alternativos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mismo problema casi siempre existe más de un camino.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 alternativos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 buscar distintas vías, recursos o ideas para superar una dificultad, en lugar de quedarnos con la primera que se nos ocurre.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F1F6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buscar varias opciones?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idea no siempre es la mejor.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opciones nos da flexibilidad si algo falla.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alternativas mejora la decisión final.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creatividad y capacidad de adaptación.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4709160" cy="4572000"/>
          </a:xfrm>
          <a:prstGeom prst="roundRect">
            <a:avLst>
              <a:gd name="adj" fmla="val 2400"/>
            </a:avLst>
          </a:prstGeom>
          <a:solidFill>
            <a:srgbClr val="1234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meta, varios caminos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251460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7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0" y="2514600"/>
            <a:ext cx="914400" cy="9144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7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8183880" y="2971800"/>
            <a:ext cx="20574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2971800"/>
            <a:ext cx="20574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971800"/>
            <a:ext cx="20574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365760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3657600"/>
            <a:ext cx="9144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3657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A: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primero lo difícil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35240" y="443484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35240" y="4434840"/>
            <a:ext cx="9144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4434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B: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ayuda a un compañero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521208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5212080"/>
            <a:ext cx="9144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5212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C: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la tarea en partes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Actitud hacia los problemas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en que pensamos ante una dificultad influye en cómo la resolvemos.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actitud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disposición con que enfrentamos las situaciones. Ante el mismo problema, dos personas pueden reaccionar de manera muy distinta, y eso cambia el resultado.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97480"/>
            <a:ext cx="35935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2002536" y="3081528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393" y="3307385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114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lo vemos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" y="4617720"/>
            <a:ext cx="3008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 como un reto a superar, no como una amenaza, abre la mente a soluciones.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07992" y="269748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697480"/>
            <a:ext cx="35935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5870448" y="3081528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5" y="3307385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36592" y="4114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nos sentimos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00600" y="4617720"/>
            <a:ext cx="3008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calma evita el bloqueo; la frustración nubla el pensamiento.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375904" y="269748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75904" y="2697480"/>
            <a:ext cx="35935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5"/>
          <p:cNvSpPr/>
          <p:nvPr/>
        </p:nvSpPr>
        <p:spPr>
          <a:xfrm>
            <a:off x="9738360" y="3081528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217" y="3307385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04504" y="4114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hacemos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68512" y="4617720"/>
            <a:ext cx="3008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actitud activa nos impulsa a buscar y probar, en vez de rendirnos.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Actitud que ayuda y actitud que limita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ambas nos permite elegir mejor cómo reaccionar.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Actitud que ayuda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problema como una oportunidad de aprender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calma y el control de las emociones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flexible y abierto a nuevas ideas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perseverancia y actitud proactiva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46520" y="16002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7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61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74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Actitud que limita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66560" y="26517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problema como una amenaza o un fracaso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Frustrarse o bloquearse rápidamente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Aferrarse a una sola forma de hacer las cosas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Rendirse o esperar que otros lo resuelvan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10911535" cy="1143000"/>
          </a:xfrm>
          <a:prstGeom prst="roundRect">
            <a:avLst>
              <a:gd name="adj" fmla="val 8000"/>
            </a:avLst>
          </a:prstGeom>
          <a:solidFill>
            <a:srgbClr val="123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5321808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54644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29200"/>
            <a:ext cx="9265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actitud positiva no elimina el problema, pero abre la mente para encontrar más caminos de solución.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Generación de soluciones alternativas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abrir la mente a muchas ideas; luego elegir entre ellas.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alternativas es producir varias soluciones posibles antes de decidir. Esto ocurre en dos momentos: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5349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761488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99923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788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Pensamiento divergente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57400" y="32461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ABRIR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97764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la mayor cantidad de ideas posibles, sin juzgarlas todavía. Aquí vale la creatividad y la cantidad.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46520" y="23774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377440"/>
            <a:ext cx="53492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6766560" y="2761488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99923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0" y="2788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Pensamiento convergente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863840" y="32461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CERRAR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12280" y="397764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Analizar, comparar y reducir las ideas hasta elegir la opción más adecuada. Aquí vale el criterio.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Técnicas para generar ideas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sencillas para no quedarte con una sola opción.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49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20824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206264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088" y="200253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Lluvia de ideas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0976" y="27706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todas las ideas posibles sin juzgarlas; primero la cantidad, luego la calidad.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4652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691640"/>
            <a:ext cx="5349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6739128" y="2020824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568" y="2206264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53528" y="200253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Pensamiento divergente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757416" y="27706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enfoques distintos; pregúntate «¿de qué otra forma se podría hacer?»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931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931920"/>
            <a:ext cx="5349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4"/>
          <p:cNvSpPr/>
          <p:nvPr/>
        </p:nvSpPr>
        <p:spPr>
          <a:xfrm>
            <a:off x="932688" y="4261104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446544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47088" y="4242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Combinar y adaptar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50976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Une, modifica o mejora ideas existentes para crear nuevas soluciones.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46520" y="3931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3931920"/>
            <a:ext cx="5349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9"/>
          <p:cNvSpPr/>
          <p:nvPr/>
        </p:nvSpPr>
        <p:spPr>
          <a:xfrm>
            <a:off x="6739128" y="4261104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568" y="4446544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53528" y="4242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Evaluar alternativas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757416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opciones por sus ventajas, desventajas y recursos necesarios.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para la solución de problemas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un orden nos da seguridad y reduce los errores.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resolvemos «a la carrera» solemos improvisar y equivocarnos. Un proceso ordenado nos ayuda a pensar con claridad y a no saltarnos pasos importantes.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93592" cy="3108960"/>
          </a:xfrm>
          <a:prstGeom prst="roundRect">
            <a:avLst>
              <a:gd name="adj" fmla="val 294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02536" y="310896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393" y="33348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114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Claridad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461772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mejor qué está pasando antes de actuar.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07992" y="2743200"/>
            <a:ext cx="3593592" cy="3108960"/>
          </a:xfrm>
          <a:prstGeom prst="roundRect">
            <a:avLst>
              <a:gd name="adj" fmla="val 294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70448" y="310896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5" y="333481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14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Mejores decisiones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00600" y="461772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opciones en vez de elegir al azar.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75904" y="2743200"/>
            <a:ext cx="3593592" cy="3108960"/>
          </a:xfrm>
          <a:prstGeom prst="roundRect">
            <a:avLst>
              <a:gd name="adj" fmla="val 294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738360" y="310896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217" y="333481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04504" y="4114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Menos errores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68512" y="461772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Evitamos soluciones apresuradas que crean nuevos problemas.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cinco pasos del proceso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dificultad a la solución, paso a paso.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18592" y="2606040"/>
            <a:ext cx="1993392" cy="3017520"/>
          </a:xfrm>
          <a:prstGeom prst="roundRect">
            <a:avLst>
              <a:gd name="adj" fmla="val 458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3808" y="21945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380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28320" y="32461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95248" y="3977640"/>
            <a:ext cx="6400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184" y="4114800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 claridad cuál es el problema real.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268" y="397764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58872" y="2606040"/>
            <a:ext cx="1993392" cy="3017520"/>
          </a:xfrm>
          <a:prstGeom prst="roundRect">
            <a:avLst>
              <a:gd name="adj" fmla="val 458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4088" y="21945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4408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968600" y="32461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Analizar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3535528" y="3977640"/>
            <a:ext cx="6400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23464" y="4114800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causas, datos y recursos disponibles.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48" y="397764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099152" y="2606040"/>
            <a:ext cx="1993392" cy="3017520"/>
          </a:xfrm>
          <a:prstGeom prst="roundRect">
            <a:avLst>
              <a:gd name="adj" fmla="val 458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68436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5208880" y="32461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Generar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5775808" y="3977640"/>
            <a:ext cx="6400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63744" y="4114800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varias soluciones alternativas.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828" y="3977640"/>
            <a:ext cx="274320" cy="2743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339432" y="2606040"/>
            <a:ext cx="1993392" cy="3017520"/>
          </a:xfrm>
          <a:prstGeom prst="roundRect">
            <a:avLst>
              <a:gd name="adj" fmla="val 458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24648" y="21945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92464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7449160" y="32461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Elegir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8016088" y="3977640"/>
            <a:ext cx="6400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04024" y="4114800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mejor opción y planificarla.</a:t>
            </a:r>
            <a:endParaRPr lang="en-US" sz="12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108" y="3977640"/>
            <a:ext cx="274320" cy="27432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579712" y="2606040"/>
            <a:ext cx="1993392" cy="3017520"/>
          </a:xfrm>
          <a:prstGeom prst="roundRect">
            <a:avLst>
              <a:gd name="adj" fmla="val 458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164928" y="219456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1016492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9689440" y="32461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Aplicar y evaluar</a:t>
            </a:r>
            <a:endParaRPr lang="en-US" sz="1550" dirty="0"/>
          </a:p>
        </p:txBody>
      </p:sp>
      <p:sp>
        <p:nvSpPr>
          <p:cNvPr id="36" name="Shape 30"/>
          <p:cNvSpPr/>
          <p:nvPr/>
        </p:nvSpPr>
        <p:spPr>
          <a:xfrm>
            <a:off x="10256368" y="3977640"/>
            <a:ext cx="6400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744304" y="4114800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en práctica y revisar los resultados.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ejemplo, todo junto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ven la actitud, las alternativas y el proceso en una situación real.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12343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0C272D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00200"/>
            <a:ext cx="9265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debe entregar un trabajo, pero un integrante se enfermó y nadie sabe hacer su parte.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752344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508760" y="26974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206240" y="2697480"/>
            <a:ext cx="7345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la parte de un compañero y se acerca la entrega.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508760" y="3355848"/>
            <a:ext cx="10042855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44728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508760" y="33924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206240" y="3392424"/>
            <a:ext cx="7345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cuánto falta, el tiempo y quién podría ayudar.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508760" y="4050792"/>
            <a:ext cx="10042855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1422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42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508760" y="40873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Generar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206240" y="4087368"/>
            <a:ext cx="7345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la parte, pedir prórroga o buscar un tutorial.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508760" y="4745736"/>
            <a:ext cx="10042855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837176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4837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508760" y="478231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Elegir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4206240" y="4782312"/>
            <a:ext cx="7345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Repartimos la parte entre todos: es lo más rápido y justo.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508760" y="5440680"/>
            <a:ext cx="10042855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" y="553212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5532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1508760" y="54772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Aplicar y evaluar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4206240" y="5477256"/>
            <a:ext cx="7345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hacemos, revisamos que quede bien y entregamos.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buena actitud y varias alternativas, el equipo resuelve a tiempo.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B6B6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480560"/>
            <a:ext cx="3840480" cy="3840480"/>
          </a:xfrm>
          <a:prstGeom prst="ellipse">
            <a:avLst/>
          </a:prstGeom>
          <a:solidFill>
            <a:srgbClr val="0B6B62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55768" y="1097280"/>
            <a:ext cx="1280160" cy="1280160"/>
          </a:xfrm>
          <a:prstGeom prst="ellipse">
            <a:avLst/>
          </a:prstGeom>
          <a:solidFill>
            <a:srgbClr val="0C272D"/>
          </a:solidFill>
          <a:ln/>
          <a:effectLst>
            <a:outerShdw sx="100000" sy="100000" kx="0" ky="0" algn="bl" rotWithShape="0" blurRad="101600" dist="38100" dir="8100000">
              <a:srgbClr val="0C272D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609" y="143012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recordar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10896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existe un solo camino para resolver un problema.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463040" y="4114800"/>
            <a:ext cx="9265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mantiene una buena actitud y explora varias alternativas, encuentra mejores soluciones.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64328" y="5212080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Medios alternativos para la solución de problemas</dc:title>
  <dc:subject>PptxGenJS Presentation</dc:subject>
  <dc:creator>Jefernee Ruiz García</dc:creator>
  <cp:lastModifiedBy>Jefernee Ruiz García</cp:lastModifiedBy>
  <cp:revision>1</cp:revision>
  <dcterms:created xsi:type="dcterms:W3CDTF">2026-06-05T21:59:56Z</dcterms:created>
  <dcterms:modified xsi:type="dcterms:W3CDTF">2026-06-05T21:59:56Z</dcterms:modified>
</cp:coreProperties>
</file>